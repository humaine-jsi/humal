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Opening (30s)
"Hi everyone. Today I'll show humAIne — an AI-powered IT ticket system built around one principle: the AI does the heavy lifting, but a human always stays in control, and every decision is measured."
- Say the tagline out loud: AI proposes, humans decide, the system learns and proves it.
- Tell them the plan: a short story, then a live walkthrough of the app, then the numbers.
- Housekeeping: "I'll take questions at the end, but stop me anytime."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Setup (45s)
- Emphasize Demo mode: "Everything you'll see runs on realistic seeded data, so the demo never depends on a live model or network."
- The green/orange dot in the sidebar is the Live/Demo toggle. Orange = Demo.
- Ticket Evolution opens in its own tab by design (it's the Tier-2 tool) — pre-open it to avoid fumbling.
- Tell the audience these are real screens from the product, not mockups.
- If presenting slides only (no live app), the screenshots carry the full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Problem (1 min)
- Land the pain: "Every mis-routed ticket bounces between teams for hours. Every first reply is written from a blank page."
- Name the two blockers to AI adoption: trust ("is it a black box?") and proof ("is it actually helping?").
- Transition: "So we built the system around solving all four of these at once."
- If you know the audience's numbers (ticket volume, avg handling time), quote them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Four pillars (45s)
- Read the one-liner slowly; it's the thesis of the whole talk.
- Point to each pillar: Classify &amp; Resolve (the work), Explain (trust), Learn (it gets better), Prove (the numbers).
- Tell them: "The rest of the demo is just these four pillars, shown live."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Personas (30s)
- Anchor each persona to a screen so the audience knows who they are "playing" during the demo.
- "I'll walk you through the app as all three: first the labeler, then the Tier-2 operator, then the team lead."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Journey map (30s)
- Trace the arrows with your cursor/pointer: this is literally the click-path you'll follow live.
- Note the loop on Ticket Queue: labeling feeds back into the model continuously.
- "Every screen has two slides: the big picture, then a close-up of the controls."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Home (1 min)
What to say: "After signing in, the operator lands on a control tower for the whole system."
What to click / point at:
- Top-left: 'System Status' — API Status badge (Connected), Active Projects count, Available Models count. "Green means the backend is healthy."
- 'Quick Actions' cards jump straight into each workflow.
- 'Your Projects' lists labeling projects with a Trained / In Progress badge and an Open button.
- The Refresh button re-checks system status.
Transition: "Let's create a project — that's where we choose the AI and how it learns."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Home controls (30s)
- Use this slide only if the audience is hands-on/technical or asks "what does each part do?"
- For a business audience, skim it: "Status up top, shortcuts in the middle, your projects at the bottom."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New Project (1 min)
What to say: "Setting up a project takes under a minute and it's where the 'human-in-the-loop' magic is configured."
What to click:
- 'AI Model' dropdown → pick a model (e.g., SVM / Logistic Regression). "This is the classifier that will learn to route tickets."
- 'Labeling Strategy' dropdown → pick 'Uncertainty'. KEY POINT: "This decides which tickets we ask the human to label first — the ones the AI is least sure about, so every label teaches it the most."
- 'Categories (Teams)' → click 'Load from Data' to auto-fill the teams from the dataset, or type one and 'Add'.
- Click 'Create Project' → it takes you to the queue.
Note: file upload is disabled in the demo (fixed dataset) — mention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New Project controls (40s)
- 'Load from Data' is the fast path — one click fills all the teams.
- The 'Create Project' button stays disabled until model + strategy + at least one category are set — a good moment to explain the minimum recipe.
- If asked about real data onboarding: "In production you upload your own CSV; the template button shows the exact format."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Ticket Queue (1.5 min)
What to say: "This is where a labeler spends their day — and where the AI earns its trust."
What to click:
- Select the first ticket in the list. The right panel shows the ticket, then the AI's suggestion.
- Point at the big prediction: 'Application Support · 84%' and the top-3 bars. "The AI is 84% confident, and here are its next two guesses."
- 'Get AI Suggestion' re-runs the model if needed; 'Confirm' accepts it (keyboard: c); 'Reassign to…' lets you override.
- Confidence colour-codes: green ≥80%, amber ≥50%, red below — the labeler instantly sees when to look closer.
Transition: "But would you trust 84% without knowing why? That's the next screen."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Queue controls (45s)
- The 'Skip with a reason' buttons are a highlight: instead of a bad guess, the labeler tells us *why* they skipped (tired / too hard / unsure) — that's honest signal for the model and for wellbeing analytics.
- Bulk actions + number keys make high-volume labeling fast — show 'x' then a number if time allows.
- The Break modal shows we care about labeler wellbeing and label quality, not just throughput.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Explainability (1 min)
What to say: "This is the trust layer — the difference between 'the AI said so' and 'here's why.'"
What to click / point at:
- 'Why this suggestion?' panel — the highlighted words are what drove the prediction (LIME). Green supports, red opposes.
- 'Similar Tickets by Category' — the closest resolved ticket for each top guess, with a match %. "The labeler can open a real precedent."
- Toggle 'Show Details' for the ranked word weights.
Key line: "When the AI is wrong, the explanation makes it obvious — the labeler catches it in seconds instead of trusting blindly."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Shortcuts (20s)
- Optional slide; great for an operations audience worried about speed.
- "Confirm-and-next is a single keystroke; the whole queue can be cleared without touching the mouse."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Learning loop (45s)
- This is the "Learn" pillar. Walk the arrows.
- The punchline: because the strategy picks the *most informative* tickets, we hit target accuracy with far fewer labels than labeling at random — that's real human time saved.
- "Confirm teaches it it's right; override teaches it it's wrong. Both are gold."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Manual Queue (40s)
What to say: "Before the AI knows anything, we need a few honest human labels — that's the Manual Queue."
- No predictions, no explanations — just the ticket, a 'Select team…' dropdown, and 'Confirm'.
- Two uses: (1) bootstrap the very first training data, (2) audit — hide the AI to measure unaided human accuracy as a baseline.
- Same keyboard shortcuts as the AI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Ticket Evolution (1.5 min)
What to say: "Now the Tier-2 operator's tool — turning a routed ticket into a sent reply in seconds."
What to click:
- Type a Title + Description (or use 'Pick a ticket' to pull one you just labeled).
- Click 'Generate solution'.
- Walk the result: 'Category' = vpn_request, 'Suggested Team' = Network Access, 'Certainty' 72%, and a 'Quality check' badge showing whether past feedback was applied.
- Scroll to 'Suggested Response' — a ready-to-send draft the operator can edit.
- Below: 'Similar Past Replies' with match % and 👍/👎 votes — real precedents.
Key line: "Approve it and it joins the knowledge base — the next similar ticket gets an even better draft. No retraining wait."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Resolution controls (45s)
- 'Suggestions to retrieve' = the top-K knob for the RAG search; more = more precedents, slower.
- 'Send to Team' is the money button: it saves the approved reply and grows the knowledge base incrementally.
- 👍/👎 on precedents feed the 'Quality check' — the community teaches the retrieval what's actually helpful.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Performance (1 min)
What to say: "Every click in the demo is instrumented — this page turns it into evidence."
What to point at:
- Top: 'Key results vs targets' scorecards with On track / At risk badges.
- Three pillar cards: Model performance (F1 + trend), Resource efficiency (labels to reach quality), Human satisfaction (agreement %).
- 'Export' saves a JSON snapshot for reporting.
- Note the Demo/Live badge — here it's demo data; in production it reads from the live analytics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KPI detail (1 min)
What to say: "Each card is a promise with a number and a target — green when we're on track, amber when at risk."
Walk a few:
- 'F1 score' is the single best measure of routing accuracy; target 0.80.
- 'Auto-solve' and 'AI-managed' show how much work the AI takes off the team's plate (60% / 30% targets).
- 'Reopen rate' is the safety guardrail — if auto-solved tickets bounce back above 10%, we pull back automation.
- 'Manual-effort reduction' and 'Trust/Satisfaction' close the loop: less work, and people actually trust it.
Key line: "Every one of these is computed from the clicks you saw earlier — nothing here is hand-entered."
Reminder: these are programme TARGETS; swap in live values from a real run when you have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Collaboration metrics (45s)
- These are the metrics that make leadership comfortable: not just "is the model accurate" but "is the human+AI team working well?"
- Auto-close with a reopen-rate guardrail is the safe path to automation: only very confident tickets, and we watch how many come back.
- The benchmarking suite means we can A/B strategies and models on the same scenarios — fair, repeatable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Targets (30s)
- Be explicit these are programme TARGETS, not claims — swap in your real numbers if you have a run.
- The sample benchmark (F1 0.83 / Acc 0.86 / AUROC 0.89) is illustrative of a mid-training checkpoint.
- Frame: "This is how we'll know the programme succeeded."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Click-path cheat sheet (keep visible while demoing)
- This is your safety net — glance here if you lose your place.
- Keep Demo mode ON the whole time so nothing depends on the backend.
- Budget ~12 minutes for the live walkthrough; don't rabbit-hole on any one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FAQ (use as needed)
- Keep answers short and route back to a screen you already showed.
- Privacy and "what if it's wrong" are the two most common; lead with those.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Business value (30s)
- Tie back to the four pillars and the opening pain points.
- One sentence per tile; don't over-explain — the demo already proved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Architecture (30s, optional)
- Only linger here for a technical audience.
- Keep it one breath: Vue front end, FastAPI back end, FAISS for similarity, DistilBERT for classification, an LLM for drafting, and MinIO/DuckDB/RabbitMQ for storage and async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SCRIPT — Close (30s)
- Recap the four pillars in one line each.
- Clear call to action: propose next step (pilot on a real team / dataset).
- "Happy to dive into any screen again — what would you like to see?"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humAIne — Human-in-the-Loop AI for IT Ticket Triage &amp; Resolution</dc:title>
  <dc:subject>PptxGenJS Presentation</dc:subject>
  <dc:creator>HumAL Team</dc:creator>
  <cp:lastModifiedBy>HumAL Team</cp:lastModifiedBy>
  <cp:revision>1</cp:revision>
  <dcterms:created xsi:type="dcterms:W3CDTF">2026-07-21T13:33:15Z</dcterms:created>
  <dcterms:modified xsi:type="dcterms:W3CDTF">2026-07-21T13:33:15Z</dcterms:modified>
</cp:coreProperties>
</file>